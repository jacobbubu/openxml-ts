
<file path=[Content_Types].xml><?xml version="1.0" encoding="utf-8"?>
<Types xmlns="http://schemas.openxmlformats.org/package/2006/content-types">
  <Default Extension="jpeg" ContentType="image/jpeg"/>
  <Default Extension="xml" ContentType="application/vnd.openxmlformats-officedocument.presentationml.presentation.main+xml"/>
  <Default Extension="psmdcp" ContentType="application/vnd.openxmlformats-package.core-properties+xml"/>
  <Default Extension="rels" ContentType="application/vnd.openxmlformats-package.relationships+xml"/>
  <Override PartName="/ppt/notesMasters/notesMaster1.xml" ContentType="application/vnd.openxmlformats-officedocument.presentationml.notesMaster+xml"/>
  <Override PartName="/ppt/notesMasters/theme/theme1.xml" ContentType="application/vnd.openxmlformats-officedocument.theme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Masters/slideMaster1.xml" ContentType="application/vnd.openxmlformats-officedocument.presentationml.slideMaster+xml"/>
  <Override PartName="/ppt/slideLayouts/slideLayouts/slideLayout2.xml" ContentType="application/vnd.openxmlformats-officedocument.presentationml.slideLayout+xml"/>
  <Override PartName="/ppt/slideLayouts/slideLayouts/slideLayout3.xml" ContentType="application/vnd.openxmlformats-officedocument.presentationml.slideLayout+xml"/>
  <Override PartName="/ppt/slideLayouts/slideLayouts/slideLayout4.xml" ContentType="application/vnd.openxmlformats-officedocument.presentationml.slideLayout+xml"/>
  <Override PartName="/ppt/slideLayouts/slideMasters/theme/theme2.xml" ContentType="application/vnd.openxmlformats-officedocument.theme+xml"/>
  <Override PartName="/ppt/slideLayouts/slideLayouts/slideLayout5.xml" ContentType="application/vnd.openxmlformats-officedocument.presentationml.slideLayout+xml"/>
  <Override PartName="/ppt/slideLayouts/slideLayouts/slideLayout6.xml" ContentType="application/vnd.openxmlformats-officedocument.presentationml.slideLayout+xml"/>
  <Override PartName="/ppt/slideLayouts/slideLayouts/slideLayout7.xml" ContentType="application/vnd.openxmlformats-officedocument.presentationml.slideLayout+xml"/>
  <Override PartName="/ppt/slideLayouts/slideLayouts/slideLayout8.xml" ContentType="application/vnd.openxmlformats-officedocument.presentationml.slideLayout+xml"/>
  <Override PartName="/ppt/slideLayouts/slideLayouts/slideLayout9.xml" ContentType="application/vnd.openxmlformats-officedocument.presentationml.slideLayout+xml"/>
  <Override PartName="/ppt/slideLayouts/slideLayouts/slideLayout10.xml" ContentType="application/vnd.openxmlformats-officedocument.presentationml.slideLayout+xml"/>
  <Override PartName="/ppt/slideLayouts/slideLayouts/slideLayout11.xml" ContentType="application/vnd.openxmlformats-officedocument.presentationml.slideLayout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Type="http://schemas.openxmlformats.org/package/2006/relationships/metadata/thumbnail" Target="/docProps/thumbnail.jpeg" Id="rId2" /><Relationship Type="http://schemas.openxmlformats.org/officeDocument/2006/relationships/officeDocument" Target="/ppt/presentation.xml" Id="Rd51549aab6654dc9" /><Relationship Type="http://schemas.openxmlformats.org/officeDocument/2006/relationships/extended-properties" Target="/docProps/app.xml" Id="rId4" /><Relationship Type="http://schemas.openxmlformats.org/package/2006/relationships/metadata/core-properties" Target="/package/services/metadata/core-properties/2160c939b82445bb8b15e4710c1e84ea.psmdcp" Id="R2768e77ed71049c9" 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notesGuideLst>
    </p:ext>
  </p:extLst>
</p:presentation>
</file>

<file path=ppt/presProps.xml><?xml version="1.0" encoding="utf-8"?>
<p:presentationPr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7" d="100"/>
          <a:sy n="77" d="100"/>
        </p:scale>
        <p:origin x="112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111" d="100"/>
          <a:sy n="111" d="100"/>
        </p:scale>
        <p:origin x="-582" y="-78"/>
      </p:cViewPr>
      <p:guideLst>
        <p:guide orient="horz" pos="2160"/>
        <p:guide pos="2880"/>
      </p:guideLst>
    </p:cSldViewPr>
  </p:notes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3" /><Relationship Type="http://schemas.openxmlformats.org/officeDocument/2006/relationships/tableStyles" Target="/ppt/tableStyles.xml" Id="rId7" /><Relationship Type="http://schemas.openxmlformats.org/officeDocument/2006/relationships/slide" Target="/ppt/slides/slide1.xml" Id="rId2" /><Relationship Type="http://schemas.openxmlformats.org/officeDocument/2006/relationships/slideMaster" Target="/ppt/slideLayouts/slideMasters/slideMaster1.xml" Id="rId1" /><Relationship Type="http://schemas.openxmlformats.org/officeDocument/2006/relationships/theme" Target="/ppt/slideLayouts/slideMasters/theme/theme2.xml" Id="rId6" /><Relationship Type="http://schemas.openxmlformats.org/officeDocument/2006/relationships/viewProps" Target="/ppt/viewProps.xml" Id="rId5" /><Relationship Type="http://schemas.openxmlformats.org/officeDocument/2006/relationships/presProps" Target="/ppt/presProps.xml" Id="rI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1.xml" Id="rId1" /></Relationships>
</file>

<file path=ppt/notesMasters/notesMaster1.xml><?xml version="1.0" encoding="utf-8"?>
<p:notes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dirty="0" smtClean="0"/>
              <a:t>Adding Header to Notes </a:t>
            </a:r>
            <a:r>
              <a:rPr lang="en-US" dirty="0" err="1" smtClean="0"/>
              <a:t>MAster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3F9B49-9B0F-4F41-BDD8-B26D6525A1C4}" type="datetimeFigureOut">
              <a:rPr lang="en-US" smtClean="0"/>
              <a:t>10/3/2012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Testing text on Notes Master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 smtClean="0"/>
              <a:t>Adding Footer to Notes Master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1591638"/>
      </p:ext>
    </p:extLst>
  </p:cSld>
  <p:clrMap bg1="dk1" tx1="lt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 baseline="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1.xml><?xml version="1.0" encoding="utf-8"?>
<a:theme xmlns:a="http://schemas.openxmlformats.org/drawingml/2006/main" name="Office Theme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Ver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Layouts/slideMasters/slideMaster1.xml" Id="rId1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5D4F1-1D33-4170-8C9F-182CDE6BA6D1}" type="datetimeFigureOut">
              <a:rPr lang="en-US" smtClean="0"/>
              <a:t>10/3/2012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C3BFA-D4DA-4895-A0F6-B80859694A8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Layouts/slideMasters/slideMaster1.xml" Id="rId1" /></Relationships>
</file>

<file path=ppt/slideLayouts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Layouts/slideMasters/slideMaster1.xml" Id="rId1" /></Relationships>
</file>

<file path=ppt/slideLayouts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Layouts/slideMasters/slideMaster1.xml" Id="rId1" /></Relationships>
</file>

<file path=ppt/slideLayouts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Layouts/slideMasters/slideMaster1.xml" Id="rId1" /></Relationships>
</file>

<file path=ppt/slideLayouts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Layouts/slideMasters/slideMaster1.xml" Id="rId1" /></Relationships>
</file>

<file path=ppt/slideLayouts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Layouts/slideMasters/slideMaster1.xml" Id="rId1" /></Relationships>
</file>

<file path=ppt/slideLayouts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Layouts/slideMasters/slideMaster1.xml" Id="rId1" /></Relationships>
</file>

<file path=ppt/slideLayouts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Layouts/slideMasters/slideMaster1.xml" Id="rId1" /></Relationships>
</file>

<file path=ppt/slideLayouts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Layouts/slideMasters/slideMaster1.xml" Id="rId1" /></Relationships>
</file>

<file path=ppt/slideLayouts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Layouts/slideMasters/slideMaster1.xml" Id="rId1" /></Relationships>
</file>

<file path=ppt/slideLayouts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5D4F1-1D33-4170-8C9F-182CDE6BA6D1}" type="datetimeFigureOut">
              <a:rPr lang="en-US" smtClean="0"/>
              <a:t>10/3/2012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C3BFA-D4DA-4895-A0F6-B80859694A8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5D4F1-1D33-4170-8C9F-182CDE6BA6D1}" type="datetimeFigureOut">
              <a:rPr lang="en-US" smtClean="0"/>
              <a:t>10/3/2012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C3BFA-D4DA-4895-A0F6-B80859694A8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5D4F1-1D33-4170-8C9F-182CDE6BA6D1}" type="datetimeFigureOut">
              <a:rPr lang="en-US" smtClean="0"/>
              <a:t>10/3/2012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C3BFA-D4DA-4895-A0F6-B80859694A8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5D4F1-1D33-4170-8C9F-182CDE6BA6D1}" type="datetimeFigureOut">
              <a:rPr lang="en-US" smtClean="0"/>
              <a:t>10/3/2012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C3BFA-D4DA-4895-A0F6-B80859694A8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5D4F1-1D33-4170-8C9F-182CDE6BA6D1}" type="datetimeFigureOut">
              <a:rPr lang="en-US" smtClean="0"/>
              <a:t>10/3/2012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C3BFA-D4DA-4895-A0F6-B80859694A8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49" y="366713"/>
            <a:ext cx="1543051" cy="78009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1" y="366713"/>
            <a:ext cx="4476751" cy="78009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5D4F1-1D33-4170-8C9F-182CDE6BA6D1}" type="datetimeFigureOut">
              <a:rPr lang="en-US" smtClean="0"/>
              <a:t>10/3/2012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C3BFA-D4DA-4895-A0F6-B80859694A8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5D4F1-1D33-4170-8C9F-182CDE6BA6D1}" type="datetimeFigureOut">
              <a:rPr lang="en-US" smtClean="0"/>
              <a:t>10/3/2012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C3BFA-D4DA-4895-A0F6-B80859694A8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5D4F1-1D33-4170-8C9F-182CDE6BA6D1}" type="datetimeFigureOut">
              <a:rPr lang="en-US" smtClean="0"/>
              <a:t>10/3/2012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C3BFA-D4DA-4895-A0F6-B80859694A8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1" y="2133601"/>
            <a:ext cx="3009900" cy="6034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05201" y="2133601"/>
            <a:ext cx="3009900" cy="6034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5D4F1-1D33-4170-8C9F-182CDE6BA6D1}" type="datetimeFigureOut">
              <a:rPr lang="en-US" smtClean="0"/>
              <a:t>10/3/2012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C3BFA-D4DA-4895-A0F6-B80859694A8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5D4F1-1D33-4170-8C9F-182CDE6BA6D1}" type="datetimeFigureOut">
              <a:rPr lang="en-US" smtClean="0"/>
              <a:t>10/3/2012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C3BFA-D4DA-4895-A0F6-B80859694A8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s/slideLayout2.xml" Id="rId8" /><Relationship Type="http://schemas.openxmlformats.org/officeDocument/2006/relationships/slideLayout" Target="/ppt/slideLayouts/slideLayouts/slideLayout3.xml" Id="rId3" /><Relationship Type="http://schemas.openxmlformats.org/officeDocument/2006/relationships/slideLayout" Target="/ppt/slideLayouts/slideLayouts/slideLayout4.xml" Id="rId7" /><Relationship Type="http://schemas.openxmlformats.org/officeDocument/2006/relationships/theme" Target="/ppt/slideLayouts/slideMasters/theme/theme2.xml" Id="rId12" /><Relationship Type="http://schemas.openxmlformats.org/officeDocument/2006/relationships/slideLayout" Target="/ppt/slideLayouts/slideLayouts/slideLayout5.xml" Id="rId2" /><Relationship Type="http://schemas.openxmlformats.org/officeDocument/2006/relationships/slideLayout" Target="/ppt/slideLayouts/slideLayout1.xml" Id="rId1" /><Relationship Type="http://schemas.openxmlformats.org/officeDocument/2006/relationships/slideLayout" Target="/ppt/slideLayouts/slideLayouts/slideLayout6.xml" Id="rId6" /><Relationship Type="http://schemas.openxmlformats.org/officeDocument/2006/relationships/slideLayout" Target="/ppt/slideLayouts/slideLayouts/slideLayout7.xml" Id="rId11" /><Relationship Type="http://schemas.openxmlformats.org/officeDocument/2006/relationships/slideLayout" Target="/ppt/slideLayouts/slideLayouts/slideLayout8.xml" Id="rId5" /><Relationship Type="http://schemas.openxmlformats.org/officeDocument/2006/relationships/slideLayout" Target="/ppt/slideLayouts/slideLayouts/slideLayout9.xml" Id="rId10" /><Relationship Type="http://schemas.openxmlformats.org/officeDocument/2006/relationships/slideLayout" Target="/ppt/slideLayouts/slideLayouts/slideLayout10.xml" Id="rId4" /><Relationship Type="http://schemas.openxmlformats.org/officeDocument/2006/relationships/slideLayout" Target="/ppt/slideLayouts/slideLayouts/slideLayout11.xml" Id="rId9" /></Relationships>
</file>

<file path=ppt/slideLayouts/slideMasters/slideMaster1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15D4F1-1D33-4170-8C9F-182CDE6BA6D1}" type="datetimeFigureOut">
              <a:rPr lang="en-US" smtClean="0"/>
              <a:t>10/3/2012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0C3BFA-D4DA-4895-A0F6-B80859694A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118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Layouts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905000" y="1295400"/>
            <a:ext cx="61722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Changes made to the Notes Master:</a:t>
            </a:r>
          </a:p>
          <a:p>
            <a:endParaRPr lang="en-US" dirty="0"/>
          </a:p>
          <a:p>
            <a:pPr marL="342900" indent="-342900">
              <a:buAutoNum type="arabicParenR"/>
            </a:pPr>
            <a:r>
              <a:rPr lang="en-US" dirty="0" smtClean="0"/>
              <a:t>Added text to Header</a:t>
            </a:r>
          </a:p>
          <a:p>
            <a:pPr marL="342900" indent="-342900">
              <a:buAutoNum type="arabicParenR"/>
            </a:pPr>
            <a:r>
              <a:rPr lang="en-US" dirty="0" smtClean="0"/>
              <a:t>Added text to Footer</a:t>
            </a:r>
          </a:p>
          <a:p>
            <a:pPr marL="342900" indent="-342900">
              <a:buAutoNum type="arabicParenR"/>
            </a:pPr>
            <a:r>
              <a:rPr lang="en-US" dirty="0" smtClean="0"/>
              <a:t>Changed Font scheme to Verve</a:t>
            </a:r>
          </a:p>
          <a:p>
            <a:pPr marL="342900" indent="-342900">
              <a:buAutoNum type="arabicParenR"/>
            </a:pPr>
            <a:r>
              <a:rPr lang="en-US" dirty="0" smtClean="0"/>
              <a:t>Added Background Style</a:t>
            </a:r>
          </a:p>
          <a:p>
            <a:pPr marL="342900" indent="-342900">
              <a:buAutoNum type="arabicParenR"/>
            </a:pPr>
            <a:r>
              <a:rPr lang="en-US" dirty="0" smtClean="0"/>
              <a:t>Changed Notes page orientation to Landscape</a:t>
            </a:r>
          </a:p>
          <a:p>
            <a:pPr marL="342900" indent="-342900">
              <a:buAutoNum type="arabicParenR"/>
            </a:pPr>
            <a:r>
              <a:rPr lang="en-US" dirty="0" smtClean="0"/>
              <a:t>Changed Color scheme to Oriel</a:t>
            </a:r>
          </a:p>
          <a:p>
            <a:pPr marL="342900" indent="-342900">
              <a:buAutoNum type="arabicParenR"/>
            </a:pPr>
            <a:r>
              <a:rPr lang="en-US" dirty="0" smtClean="0"/>
              <a:t>Removed Page Number</a:t>
            </a:r>
          </a:p>
          <a:p>
            <a:pPr marL="342900" indent="-342900">
              <a:buAutoNum type="arabicParenR"/>
            </a:pPr>
            <a:endParaRPr lang="en-US" dirty="0"/>
          </a:p>
        </p:txBody>
      </p:sp>
    </p:spTree>
  </p:cSld>
  <p:clrMapOvr>
    <a:masterClrMapping/>
  </p:clrMapOvr>
</p:sld>
</file>

<file path=docProps/app.xml><?xml version="1.0" encoding="utf-8"?>
<ap:Properties xmlns:vt="http://schemas.openxmlformats.org/officeDocument/2006/docPropsVTypes" xmlns:ap="http://schemas.openxmlformats.org/officeDocument/2006/extended-properties">
  <ap:TotalTime>10</ap:TotalTime>
  <ap:Words>37</ap:Words>
  <ap:Application>Microsoft Office PowerPoint</ap:Application>
  <ap:PresentationFormat>On-screen Show (4:3)</ap:PresentationFormat>
  <ap:Paragraphs>9</ap:Paragraphs>
  <ap:Slides>1</ap:Slides>
  <ap:Notes>0</ap:Notes>
  <ap:HiddenSlides>0</ap:HiddenSlides>
  <ap:MMClips>0</ap:MMClips>
  <ap:ScaleCrop>false</ap:ScaleCrop>
  <ap: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ap:HeadingPairs>
  <ap:TitlesOfParts>
    <vt:vector baseType="lpstr" size="5">
      <vt:lpstr>Arial</vt:lpstr>
      <vt:lpstr>Calibri</vt:lpstr>
      <vt:lpstr>Century Gothic</vt:lpstr>
      <vt:lpstr>Office Theme</vt:lpstr>
      <vt:lpstr>PowerPoint Presentation</vt:lpstr>
    </vt:vector>
  </ap:TitlesOfParts>
  <ap:Company>Microsoft</ap:Company>
  <ap:LinksUpToDate>false</ap:LinksUpToDate>
  <ap:SharedDoc>false</ap:SharedDoc>
  <ap:HyperlinksChanged>false</ap:HyperlinksChanged>
  <ap:AppVersion>15.0000</ap:AppVersion>
</ap:Properties>
</file>