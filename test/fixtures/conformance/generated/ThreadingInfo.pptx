
<file path=[Content_Types].xml><?xml version="1.0" encoding="utf-8"?>
<Types xmlns="http://schemas.openxmlformats.org/package/2006/content-types">
  <Default Extension="jpeg" ContentType="image/jpeg"/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Layouts/slideLayout2.xml" ContentType="application/vnd.openxmlformats-officedocument.presentationml.slideLayout+xml"/>
  <Override PartName="/ppt/slideLayouts/slideLayouts/slideLayout3.xml" ContentType="application/vnd.openxmlformats-officedocument.presentationml.slideLayout+xml"/>
  <Override PartName="/ppt/slideLayouts/slideLayouts/slideLayout4.xml" ContentType="application/vnd.openxmlformats-officedocument.presentationml.slideLayout+xml"/>
  <Override PartName="/ppt/slideLayouts/slideLayouts/slideLayout5.xml" ContentType="application/vnd.openxmlformats-officedocument.presentationml.slideLayout+xml"/>
  <Override PartName="/ppt/slideLayouts/slideLayouts/slideLayout6.xml" ContentType="application/vnd.openxmlformats-officedocument.presentationml.slideLayout+xml"/>
  <Override PartName="/ppt/slideLayouts/slideLayouts/slideLayout7.xml" ContentType="application/vnd.openxmlformats-officedocument.presentationml.slideLayout+xml"/>
  <Override PartName="/ppt/slideLayouts/slideLayouts/slideLayout8.xml" ContentType="application/vnd.openxmlformats-officedocument.presentationml.slideLayout+xml"/>
  <Override PartName="/ppt/slideLayouts/slideLayouts/slideLayout9.xml" ContentType="application/vnd.openxmlformats-officedocument.presentationml.slideLayout+xml"/>
  <Override PartName="/ppt/slideLayouts/slideLayouts/slideLayout10.xml" ContentType="application/vnd.openxmlformats-officedocument.presentationml.slideLayout+xml"/>
  <Override PartName="/ppt/slideLayouts/slideLayouts/slideLayout1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198589dfee2a4608" /><Relationship Type="http://schemas.openxmlformats.org/officeDocument/2006/relationships/extended-properties" Target="/docProps/app.xml" Id="rId4" /><Relationship Type="http://schemas.openxmlformats.org/package/2006/relationships/metadata/core-properties" Target="/package/services/metadata/core-properties/976b0dc402044098aff64c3e84867a0b.psmdcp" Id="R197f9da5b14744d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anchals" initials="a" lastIdx="2" clrIdx="0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ableStyles" Target="/ppt/tableStyles.xml" Id="rId8" /><Relationship Type="http://schemas.openxmlformats.org/officeDocument/2006/relationships/notesMaster" Target="/ppt/notesMasters/notesMaster1.xml" Id="rId3" /><Relationship Type="http://schemas.openxmlformats.org/officeDocument/2006/relationships/theme" Target="/ppt/theme/theme2.xml" Id="rId7" /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viewProps" Target="/ppt/viewProps.xml" Id="rId6" /><Relationship Type="http://schemas.openxmlformats.org/officeDocument/2006/relationships/presProps" Target="/ppt/presProps.xml" Id="rId5" /><Relationship Type="http://schemas.openxmlformats.org/officeDocument/2006/relationships/commentAuthors" Target="/ppt/commentAuthors.xml" Id="rId4" /></Relationships>
</file>

<file path=ppt/comments/comment1.xml><?xml version="1.0" encoding="utf-8"?>
<p:cmLst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m authorId="0" dt="2008-01-03T13:29:23.575Z" idx="1">
    <p:pos x="10" y="10"/>
    <p:text>TEsting Comment</p:text>
    <p:extLst>
      <p:ext uri="{C676402C-5697-4E1C-873F-D02D1690AC5C}">
        <p15:threadingInfo xmlns:p15="http://schemas.microsoft.com/office/powerpoint/2012/main" timeZoneBias="-540"/>
      </p:ext>
    </p:extLst>
  </p:cm>
  <p:cm authorId="0" dt="2008-01-03T13:29:45.682Z" idx="2">
    <p:pos x="2721" y="913"/>
    <p:text>TEsting Comment</p:text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Id1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0CE7C-B0BC-4EE4-B285-0E85C794326B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765F9-762C-47B7-8E5E-B6B798E60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765F9-762C-47B7-8E5E-B6B798E603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24747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s/slideLayout2.xml" Id="rId8" /><Relationship Type="http://schemas.openxmlformats.org/officeDocument/2006/relationships/slideLayout" Target="/ppt/slideLayouts/slideLayouts/slideLayout3.xml" Id="rId3" /><Relationship Type="http://schemas.openxmlformats.org/officeDocument/2006/relationships/slideLayout" Target="/ppt/slideLayouts/slideLayouts/slideLayout4.xml" Id="rId7" /><Relationship Type="http://schemas.openxmlformats.org/officeDocument/2006/relationships/theme" Target="/ppt/theme/theme2.xml" Id="rId12" /><Relationship Type="http://schemas.openxmlformats.org/officeDocument/2006/relationships/slideLayout" Target="/ppt/slideLayouts/slideLayouts/slideLayout5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s/slideLayout6.xml" Id="rId6" /><Relationship Type="http://schemas.openxmlformats.org/officeDocument/2006/relationships/slideLayout" Target="/ppt/slideLayouts/slideLayouts/slideLayout7.xml" Id="rId11" /><Relationship Type="http://schemas.openxmlformats.org/officeDocument/2006/relationships/slideLayout" Target="/ppt/slideLayouts/slideLayouts/slideLayout8.xml" Id="rId5" /><Relationship Type="http://schemas.openxmlformats.org/officeDocument/2006/relationships/slideLayout" Target="/ppt/slideLayouts/slideLayouts/slideLayout9.xml" Id="rId10" /><Relationship Type="http://schemas.openxmlformats.org/officeDocument/2006/relationships/slideLayout" Target="/ppt/slideLayouts/slideLayouts/slideLayout10.xml" Id="rId4" /><Relationship Type="http://schemas.openxmlformats.org/officeDocument/2006/relationships/slideLayout" Target="/ppt/slideLayouts/slideLayouts/slideLayout11.xml" Id="rId9" /></Relationships>
</file>

<file path=ppt/slideLayouts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A93E5-9E1F-419D-9DD3-D0592495A35A}" type="datetimeFigureOut">
              <a:rPr lang="en-US" smtClean="0"/>
              <a:t>10/3/2012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69A03-5788-466A-8308-4F99412C6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7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comments" Target="/ppt/comments/comment1.xml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2</ap:TotalTime>
  <ap:Words>1</ap:Words>
  <ap:Application>Microsoft Office PowerPoint</ap:Application>
  <ap:PresentationFormat>On-screen Show (4:3)</ap:PresentationFormat>
  <ap:Paragraphs>1</ap:Paragraphs>
  <ap:Slides>1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4">
      <vt:lpstr>Arial</vt:lpstr>
      <vt:lpstr>Calibri</vt:lpstr>
      <vt:lpstr>Office Theme</vt:lpstr>
      <vt:lpstr>PowerPoint Presentation</vt:lpstr>
    </vt:vector>
  </ap:TitlesOfParts>
  <ap:Company>Microsoft</ap:Company>
  <ap:LinksUpToDate>false</ap:LinksUpToDate>
  <ap:SharedDoc>false</ap:SharedDoc>
  <ap:HyperlinksChanged>false</ap:HyperlinksChanged>
  <ap:AppVersion>15.0000</ap:AppVersion>
</ap:Properties>
</file>