
<file path=[Content_Types].xml><?xml version="1.0" encoding="utf-8"?>
<Types xmlns="http://schemas.openxmlformats.org/package/2006/content-types">
  <Default Extension="jpeg" ContentType="image/jpeg"/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Layouts/slideLayout2.xml" ContentType="application/vnd.openxmlformats-officedocument.presentationml.slideLayout+xml"/>
  <Override PartName="/ppt/slideLayouts/slideLayouts/slideLayout3.xml" ContentType="application/vnd.openxmlformats-officedocument.presentationml.slideLayout+xml"/>
  <Override PartName="/ppt/slideLayouts/slideLayouts/slideLayout4.xml" ContentType="application/vnd.openxmlformats-officedocument.presentationml.slideLayout+xml"/>
  <Override PartName="/ppt/slideLayouts/slideMasters/theme/theme1.xml" ContentType="application/vnd.openxmlformats-officedocument.theme+xml"/>
  <Override PartName="/ppt/slideLayouts/slideLayouts/slideLayout5.xml" ContentType="application/vnd.openxmlformats-officedocument.presentationml.slideLayout+xml"/>
  <Override PartName="/ppt/slideLayouts/slideLayouts/slideLayout6.xml" ContentType="application/vnd.openxmlformats-officedocument.presentationml.slideLayout+xml"/>
  <Override PartName="/ppt/slideLayouts/slideLayouts/slideLayout7.xml" ContentType="application/vnd.openxmlformats-officedocument.presentationml.slideLayout+xml"/>
  <Override PartName="/ppt/slideLayouts/slideLayouts/slideLayout8.xml" ContentType="application/vnd.openxmlformats-officedocument.presentationml.slideLayout+xml"/>
  <Override PartName="/ppt/slideLayouts/slideLayouts/slideLayout9.xml" ContentType="application/vnd.openxmlformats-officedocument.presentationml.slideLayout+xml"/>
  <Override PartName="/ppt/slideLayouts/slideLayouts/slideLayout10.xml" ContentType="application/vnd.openxmlformats-officedocument.presentationml.slideLayout+xml"/>
  <Override PartName="/ppt/slideLayouts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45f34bfe6e954f0e" /><Relationship Type="http://schemas.openxmlformats.org/officeDocument/2006/relationships/extended-properties" Target="/docProps/app.xml" Id="rId4" /><Relationship Type="http://schemas.openxmlformats.org/package/2006/relationships/metadata/core-properties" Target="/package/services/metadata/core-properties/a7dfd9f29bf74fe09aa470df186d7e9e.psmdcp" Id="R38259c1e33b0477a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slideLayouts/slideMasters/theme/theme1.xml" Id="rId5" /><Relationship Type="http://schemas.openxmlformats.org/officeDocument/2006/relationships/viewProps" Target="/ppt/viewProps.xml" Id="rI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 smtClean="0"/>
              <a:t>Click to edit Master subtitle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53735895"/>
      </p:ext>
    </p:extLst>
  </p:cSld>
  <p:clrMapOvr>
    <a:masterClrMapping/>
  </p:clrMapOvr>
</p:sldLayout>
</file>

<file path=ppt/slideLayouts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340530"/>
      </p:ext>
    </p:extLst>
  </p:cSld>
  <p:clrMapOvr>
    <a:masterClrMapping/>
  </p:clrMapOvr>
</p:sldLayout>
</file>

<file path=ppt/slideLayouts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60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097355"/>
      </p:ext>
    </p:extLst>
  </p:cSld>
  <p:clrMapOvr>
    <a:masterClrMapping/>
  </p:clrMapOvr>
</p:sldLayout>
</file>

<file path=ppt/slideLayouts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364334"/>
      </p:ext>
    </p:extLst>
  </p:cSld>
  <p:clrMapOvr>
    <a:masterClrMapping/>
  </p:clrMapOvr>
</p:sldLayout>
</file>

<file path=ppt/slideLayouts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808600"/>
      </p:ext>
    </p:extLst>
  </p:cSld>
  <p:clrMapOvr>
    <a:masterClrMapping/>
  </p:clrMapOvr>
</p:sldLayout>
</file>

<file path=ppt/slideLayouts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580023"/>
      </p:ext>
    </p:extLst>
  </p:cSld>
  <p:clrMapOvr>
    <a:masterClrMapping/>
  </p:clrMapOvr>
</p:sldLayout>
</file>

<file path=ppt/slideLayouts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4770651"/>
      </p:ext>
    </p:extLst>
  </p:cSld>
  <p:clrMapOvr>
    <a:masterClrMapping/>
  </p:clrMapOvr>
</p:sldLayout>
</file>

<file path=ppt/slideLayouts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641645"/>
      </p:ext>
    </p:extLst>
  </p:cSld>
  <p:clrMapOvr>
    <a:masterClrMapping/>
  </p:clrMapOvr>
</p:sldLayout>
</file>

<file path=ppt/slideLayouts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 smtClean="0"/>
              <a:t>Click to edit Master text styles</a:t>
            </a:r>
          </a:p>
          <a:p>
            <a:pPr lvl="1" eaLnBrk="1" latinLnBrk="0" hangingPunct="1"/>
            <a:r>
              <a:rPr lang="en-US" altLang="ja-JP" smtClean="0"/>
              <a:t>Second level</a:t>
            </a:r>
          </a:p>
          <a:p>
            <a:pPr lvl="2" eaLnBrk="1" latinLnBrk="0" hangingPunct="1"/>
            <a:r>
              <a:rPr lang="en-US" altLang="ja-JP" smtClean="0"/>
              <a:t>Third level</a:t>
            </a:r>
          </a:p>
          <a:p>
            <a:pPr lvl="3" eaLnBrk="1" latinLnBrk="0" hangingPunct="1"/>
            <a:r>
              <a:rPr lang="en-US" altLang="ja-JP" smtClean="0"/>
              <a:t>Fourth level</a:t>
            </a:r>
          </a:p>
          <a:p>
            <a:pPr lvl="4" eaLnBrk="1" latinLnBrk="0" hangingPunct="1"/>
            <a:r>
              <a:rPr lang="en-US" altLang="ja-JP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300528"/>
      </p:ext>
    </p:extLst>
  </p:cSld>
  <p:clrMapOvr>
    <a:masterClrMapping/>
  </p:clrMapOvr>
</p:sldLayout>
</file>

<file path=ppt/slideLayouts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altLang="ja-JP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910191"/>
      </p:ext>
    </p:extLst>
  </p:cSld>
  <p:clrMapOvr>
    <a:masterClrMapping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s/slideLayout2.xml" Id="rId8" /><Relationship Type="http://schemas.openxmlformats.org/officeDocument/2006/relationships/slideLayout" Target="/ppt/slideLayouts/slideLayouts/slideLayout3.xml" Id="rId3" /><Relationship Type="http://schemas.openxmlformats.org/officeDocument/2006/relationships/slideLayout" Target="/ppt/slideLayouts/slideLayouts/slideLayout4.xml" Id="rId7" /><Relationship Type="http://schemas.openxmlformats.org/officeDocument/2006/relationships/theme" Target="/ppt/slideLayouts/slideMasters/theme/theme1.xml" Id="rId12" /><Relationship Type="http://schemas.openxmlformats.org/officeDocument/2006/relationships/slideLayout" Target="/ppt/slideLayouts/slideLayouts/slideLayout5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s/slideLayout6.xml" Id="rId6" /><Relationship Type="http://schemas.openxmlformats.org/officeDocument/2006/relationships/slideLayout" Target="/ppt/slideLayouts/slideLayouts/slideLayout7.xml" Id="rId11" /><Relationship Type="http://schemas.openxmlformats.org/officeDocument/2006/relationships/slideLayout" Target="/ppt/slideLayouts/slideLayouts/slideLayout8.xml" Id="rId5" /><Relationship Type="http://schemas.openxmlformats.org/officeDocument/2006/relationships/slideLayout" Target="/ppt/slideLayouts/slideLayouts/slideLayout9.xml" Id="rId10" /><Relationship Type="http://schemas.openxmlformats.org/officeDocument/2006/relationships/slideLayout" Target="/ppt/slideLayouts/slideLayouts/slideLayout10.xml" Id="rId4" /><Relationship Type="http://schemas.openxmlformats.org/officeDocument/2006/relationships/slideLayout" Target="/ppt/slideLayouts/slideLayouts/slideLayout11.xml" Id="rId9" /></Relationships>
</file>

<file path=ppt/slideLayouts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263865E-5382-4BDD-A09E-2B63F38BCE59}" type="datetimeFigureOut">
              <a:rPr kumimoji="1" lang="ja-JP" altLang="en-US" smtClean="0"/>
              <a:t>2012/10/3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F0B8B9E-EDC2-479A-B980-EDD8632819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212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1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Layouts/slideMasters/theme/_rels/theme1.xml.rels>&#65279;<?xml version="1.0" encoding="utf-8"?><Relationships xmlns="http://schemas.openxmlformats.org/package/2006/relationships"><Relationship Type="http://schemas.openxmlformats.org/officeDocument/2006/relationships/image" Target="/ppt/slideLayouts/slideMasters/media/image2.jpeg" Id="rId1" /></Relationships>
</file>

<file path=ppt/slideLayouts/slideMasters/theme/theme1.xml><?xml version="1.0" encoding="utf-8"?>
<a:theme xmlns:r="http://schemas.openxmlformats.org/officeDocument/2006/relationships"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65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docProps/app.xml><?xml version="1.0" encoding="utf-8"?>
<ap:Properties xmlns:vt="http://schemas.openxmlformats.org/officeDocument/2006/docPropsVTypes" xmlns:ap="http://schemas.openxmlformats.org/officeDocument/2006/extended-properties">
  <ap:Template>Apex</ap:Template>
  <ap:TotalTime>0</ap:TotalTime>
  <ap:Words>0</ap:Words>
  <ap:Application>Microsoft Office PowerPoint</ap:Application>
  <ap:PresentationFormat>Widescreen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9">
      <vt:lpstr>HG丸ｺﾞｼｯｸM-PRO</vt:lpstr>
      <vt:lpstr>HG明朝B</vt:lpstr>
      <vt:lpstr>Book Antiqua</vt:lpstr>
      <vt:lpstr>Lucida Sans</vt:lpstr>
      <vt:lpstr>Wingdings</vt:lpstr>
      <vt:lpstr>Wingdings 2</vt:lpstr>
      <vt:lpstr>Wingdings 3</vt:lpstr>
      <vt:lpstr>Apex</vt:lpstr>
      <vt:lpstr>PowerPoint Presentation</vt:lpstr>
    </vt:vector>
  </ap:TitlesOfParts>
  <ap:LinksUpToDate>false</ap:LinksUpToDate>
  <ap:SharedDoc>false</ap:SharedDoc>
  <ap:HyperlinksChanged>false</ap:HyperlinksChanged>
  <ap:AppVersion>15.0000</ap:AppVersion>
</ap:Properties>
</file>